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embeddedFontLst>
    <p:embeddedFont>
      <p:font typeface="Play"/>
      <p:regular r:id="rId18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RjTtPN1Wy9WdGLyqcMQ/NOK7Z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Play-bold.fntdata"/><Relationship Id="rId6" Type="http://schemas.openxmlformats.org/officeDocument/2006/relationships/slide" Target="slides/slide2.xml"/><Relationship Id="rId18" Type="http://schemas.openxmlformats.org/officeDocument/2006/relationships/font" Target="fonts/Play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8296a72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g3d68296a725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8296a725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g3d68296a725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68296a725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g3d68296a725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68296a72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7" name="Google Shape;117;g3d68296a725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d68296a725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g3d68296a725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68296a725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g3d68296a725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68296a725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g3d68296a725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9E9E9"/>
              </a:buClr>
              <a:buSzPts val="2400"/>
              <a:buNone/>
              <a:defRPr sz="2400">
                <a:solidFill>
                  <a:srgbClr val="E9E9E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2000"/>
              <a:buNone/>
              <a:defRPr sz="2000">
                <a:solidFill>
                  <a:srgbClr val="E9E9E9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800"/>
              <a:buNone/>
              <a:defRPr sz="1800">
                <a:solidFill>
                  <a:srgbClr val="E9E9E9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7707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</a:pPr>
            <a:r>
              <a:rPr lang="en-US"/>
              <a:t>Parking reservation bot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</a:pPr>
            <a:r>
              <a:rPr lang="en-US"/>
              <a:t>stage 2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Answering general questions</a:t>
            </a:r>
            <a:endParaRPr/>
          </a:p>
        </p:txBody>
      </p:sp>
      <p:pic>
        <p:nvPicPr>
          <p:cNvPr id="90" name="Google Shape;9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1101" y="1519601"/>
            <a:ext cx="8249800" cy="5067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Booking process and retrieving data from user</a:t>
            </a:r>
            <a:endParaRPr/>
          </a:p>
        </p:txBody>
      </p:sp>
      <p:pic>
        <p:nvPicPr>
          <p:cNvPr id="96" name="Google Shape;9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188" y="1690688"/>
            <a:ext cx="7263621" cy="48625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68296a725_0_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Booking process and retrieving data from user</a:t>
            </a:r>
            <a:endParaRPr/>
          </a:p>
        </p:txBody>
      </p:sp>
      <p:pic>
        <p:nvPicPr>
          <p:cNvPr id="102" name="Google Shape;102;g3d68296a725_0_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42975" y="1690825"/>
            <a:ext cx="7306045" cy="48623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68296a725_0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08" name="Google Shape;108;g3d68296a725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250" y="1690825"/>
            <a:ext cx="7743503" cy="48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68296a725_0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14" name="Google Shape;114;g3d68296a725_0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250" y="1690825"/>
            <a:ext cx="7743503" cy="48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68296a725_0_3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20" name="Google Shape;120;g3d68296a725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04825" y="2228200"/>
            <a:ext cx="3982350" cy="368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68296a725_0_3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Getting confirmation from human admin (via API)</a:t>
            </a:r>
            <a:endParaRPr/>
          </a:p>
        </p:txBody>
      </p:sp>
      <p:pic>
        <p:nvPicPr>
          <p:cNvPr id="126" name="Google Shape;126;g3d68296a725_0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775" y="2398699"/>
            <a:ext cx="11222451" cy="303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68296a725_0_4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Chat resumes with </a:t>
            </a:r>
            <a:r>
              <a:rPr lang="en-US"/>
              <a:t>additional details</a:t>
            </a:r>
            <a:r>
              <a:rPr lang="en-US"/>
              <a:t> after admin approves/rejects</a:t>
            </a:r>
            <a:endParaRPr/>
          </a:p>
        </p:txBody>
      </p:sp>
      <p:pic>
        <p:nvPicPr>
          <p:cNvPr id="132" name="Google Shape;132;g3d68296a725_0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700" y="1690825"/>
            <a:ext cx="9908603" cy="48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d68296a725_0_4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Collected details shown on the sidebar during the process of collecting them</a:t>
            </a:r>
            <a:endParaRPr/>
          </a:p>
        </p:txBody>
      </p:sp>
      <p:pic>
        <p:nvPicPr>
          <p:cNvPr id="138" name="Google Shape;138;g3d68296a725_0_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5950" y="1690837"/>
            <a:ext cx="2278805" cy="486237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g3d68296a725_0_48"/>
          <p:cNvSpPr txBox="1"/>
          <p:nvPr/>
        </p:nvSpPr>
        <p:spPr>
          <a:xfrm>
            <a:off x="5503525" y="2474688"/>
            <a:ext cx="4405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</a:rPr>
              <a:t>Also statuses of connections are show. And there is </a:t>
            </a:r>
            <a:r>
              <a:rPr lang="en-US" sz="2800">
                <a:solidFill>
                  <a:schemeClr val="lt1"/>
                </a:solidFill>
              </a:rPr>
              <a:t>possibility</a:t>
            </a:r>
            <a:r>
              <a:rPr lang="en-US" sz="2800">
                <a:solidFill>
                  <a:schemeClr val="lt1"/>
                </a:solidFill>
              </a:rPr>
              <a:t> to start new conversation</a:t>
            </a:r>
            <a:endParaRPr sz="2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Guardrail mechanism</a:t>
            </a:r>
            <a:endParaRPr/>
          </a:p>
        </p:txBody>
      </p:sp>
      <p:pic>
        <p:nvPicPr>
          <p:cNvPr id="145" name="Google Shape;145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8075" y="1557938"/>
            <a:ext cx="10255846" cy="4862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Data model</a:t>
            </a:r>
            <a:endParaRPr/>
          </a:p>
        </p:txBody>
      </p:sp>
      <p:pic>
        <p:nvPicPr>
          <p:cNvPr id="151" name="Google Shape;1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7418" y="1644968"/>
            <a:ext cx="3677163" cy="48107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Evaluation</a:t>
            </a:r>
            <a:endParaRPr/>
          </a:p>
        </p:txBody>
      </p:sp>
      <p:pic>
        <p:nvPicPr>
          <p:cNvPr id="157" name="Google Shape;1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7313" y="1690699"/>
            <a:ext cx="7077376" cy="44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range Red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2026-04-02T13:19:44Z</dcterms:created>
  <dc:creator>Eduard Kovalchuk</dc:creator>
</cp:coreProperties>
</file>