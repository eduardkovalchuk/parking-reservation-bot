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08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0998E-DE47-4D8E-9B31-94E058DBAF4F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4D585-48E0-46B0-BCA1-329E633DE8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294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0998E-DE47-4D8E-9B31-94E058DBAF4F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4D585-48E0-46B0-BCA1-329E633DE8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0188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0998E-DE47-4D8E-9B31-94E058DBAF4F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4D585-48E0-46B0-BCA1-329E633DE8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4896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0998E-DE47-4D8E-9B31-94E058DBAF4F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4D585-48E0-46B0-BCA1-329E633DE8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889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0998E-DE47-4D8E-9B31-94E058DBAF4F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4D585-48E0-46B0-BCA1-329E633DE8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2541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0998E-DE47-4D8E-9B31-94E058DBAF4F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4D585-48E0-46B0-BCA1-329E633DE8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32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0998E-DE47-4D8E-9B31-94E058DBAF4F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4D585-48E0-46B0-BCA1-329E633DE8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853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0998E-DE47-4D8E-9B31-94E058DBAF4F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4D585-48E0-46B0-BCA1-329E633DE8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220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0998E-DE47-4D8E-9B31-94E058DBAF4F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4D585-48E0-46B0-BCA1-329E633DE8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121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0998E-DE47-4D8E-9B31-94E058DBAF4F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4D585-48E0-46B0-BCA1-329E633DE8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315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0998E-DE47-4D8E-9B31-94E058DBAF4F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4D585-48E0-46B0-BCA1-329E633DE8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0428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2E60998E-DE47-4D8E-9B31-94E058DBAF4F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4CD4D585-48E0-46B0-BCA1-329E633DE8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82499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EC1CA-4087-8706-EFE3-B7149CE8313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Parking reservation bot</a:t>
            </a:r>
          </a:p>
        </p:txBody>
      </p:sp>
    </p:spTree>
    <p:extLst>
      <p:ext uri="{BB962C8B-B14F-4D97-AF65-F5344CB8AC3E}">
        <p14:creationId xmlns:p14="http://schemas.microsoft.com/office/powerpoint/2010/main" val="10331667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A2C90-C8EC-9E98-B7CE-C2FA6A33D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Answering general questions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3F1E6D6-2730-05EF-7C99-6574FC8373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362" y="1382606"/>
            <a:ext cx="11377275" cy="5216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797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87521-39E2-1A90-AD26-006E79F49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Booking process and retrieving data from user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05F54A1-E20F-F975-E0C4-620BA994D7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176" y="1690688"/>
            <a:ext cx="11631648" cy="4563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8133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AA7F9-49B6-0465-6AEF-78C6A79E0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Booking process and retrieving data from user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C19EC2F-0802-9E3B-777C-A43AD11D62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412" y="1690688"/>
            <a:ext cx="11641175" cy="4553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658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EE66E-A1A7-4696-774B-A6D65C541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And pending reservation is now in DB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DE0C28-B35B-4CBF-0D51-3943520A29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134" y="2739696"/>
            <a:ext cx="11479731" cy="1378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3417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1EC42-C12F-E8A3-FCE8-55C83BD80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Data model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AA0FD3-3085-E377-DAD1-CC64EABC73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7418" y="1644968"/>
            <a:ext cx="3677163" cy="4810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9714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F30A0-DAAA-E128-26A2-7F88501AF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Evaluation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280784-7225-CA8B-797C-7559AEA0C3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9237" y="1808930"/>
            <a:ext cx="5513525" cy="3957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5888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range Red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</TotalTime>
  <Words>30</Words>
  <Application>Microsoft Office PowerPoint</Application>
  <PresentationFormat>Widescreen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Parking reservation bot</vt:lpstr>
      <vt:lpstr>Answering general questions</vt:lpstr>
      <vt:lpstr>Booking process and retrieving data from user</vt:lpstr>
      <vt:lpstr>Booking process and retrieving data from user</vt:lpstr>
      <vt:lpstr>And pending reservation is now in DB</vt:lpstr>
      <vt:lpstr>Data model</vt:lpstr>
      <vt:lpstr>Evaluation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Eduard Kovalchuk</dc:creator>
  <cp:lastModifiedBy>Eduard Kovalchuk</cp:lastModifiedBy>
  <cp:revision>1</cp:revision>
  <dcterms:created xsi:type="dcterms:W3CDTF">2026-04-02T13:19:44Z</dcterms:created>
  <dcterms:modified xsi:type="dcterms:W3CDTF">2026-04-02T13:45:33Z</dcterms:modified>
</cp:coreProperties>
</file>