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embeddedFontLst>
    <p:embeddedFont>
      <p:font typeface="Play"/>
      <p:regular r:id="rId17"/>
      <p:bold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9" roundtripDataSignature="AMtx7mgO0ywHjOFU/1V9mik1Gc0ZSvWyX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Play-regular.fntdata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customschemas.google.com/relationships/presentationmetadata" Target="metadata"/><Relationship Id="rId6" Type="http://schemas.openxmlformats.org/officeDocument/2006/relationships/slide" Target="slides/slide2.xml"/><Relationship Id="rId18" Type="http://schemas.openxmlformats.org/officeDocument/2006/relationships/font" Target="fonts/Play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7" name="Google Shape;8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3" name="Google Shape;9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68296a725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9" name="Google Shape;99;g3d68296a725_0_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68296a725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5" name="Google Shape;105;g3d68296a725_0_3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68296a725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1" name="Google Shape;111;g3d68296a725_0_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d68296a725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7" name="Google Shape;117;g3d68296a725_0_4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d68296a725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3" name="Google Shape;123;g3d68296a725_0_4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d69d6e0da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0" name="Google Shape;130;g3d69d6e0da0_0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7" name="Google Shape;13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3" name="Google Shape;14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9" name="Google Shape;14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9E9E9"/>
              </a:buClr>
              <a:buSzPts val="2400"/>
              <a:buNone/>
              <a:defRPr sz="2400">
                <a:solidFill>
                  <a:srgbClr val="E9E9E9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2000"/>
              <a:buNone/>
              <a:defRPr sz="2000">
                <a:solidFill>
                  <a:srgbClr val="E9E9E9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800"/>
              <a:buNone/>
              <a:defRPr sz="1800">
                <a:solidFill>
                  <a:srgbClr val="E9E9E9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9pPr>
          </a:lstStyle>
          <a:p/>
        </p:txBody>
      </p:sp>
      <p:sp>
        <p:nvSpPr>
          <p:cNvPr id="31" name="Google Shape;3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6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77070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</a:pPr>
            <a:r>
              <a:rPr lang="en-US"/>
              <a:t>Parking reservation bot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</a:pPr>
            <a:r>
              <a:rPr lang="en-US"/>
              <a:t>stage 3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Answering general questions</a:t>
            </a:r>
            <a:endParaRPr/>
          </a:p>
        </p:txBody>
      </p:sp>
      <p:pic>
        <p:nvPicPr>
          <p:cNvPr id="90" name="Google Shape;9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71101" y="1519601"/>
            <a:ext cx="8249800" cy="5067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Booking process and retrieving data from user</a:t>
            </a:r>
            <a:endParaRPr/>
          </a:p>
        </p:txBody>
      </p:sp>
      <p:pic>
        <p:nvPicPr>
          <p:cNvPr id="96" name="Google Shape;96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80013" y="1690688"/>
            <a:ext cx="7231974" cy="48625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68296a725_0_1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Getting confirmation from human admin (via API)</a:t>
            </a:r>
            <a:endParaRPr/>
          </a:p>
        </p:txBody>
      </p:sp>
      <p:pic>
        <p:nvPicPr>
          <p:cNvPr id="102" name="Google Shape;102;g3d68296a725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4488" y="1690825"/>
            <a:ext cx="7643019" cy="48623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68296a725_0_3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Getting confirmation from human admin (via API)</a:t>
            </a:r>
            <a:endParaRPr/>
          </a:p>
        </p:txBody>
      </p:sp>
      <p:pic>
        <p:nvPicPr>
          <p:cNvPr id="108" name="Google Shape;108;g3d68296a725_0_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04825" y="2228200"/>
            <a:ext cx="3982350" cy="368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d68296a725_0_3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Getting confirmation from human admin (via API)</a:t>
            </a:r>
            <a:endParaRPr/>
          </a:p>
        </p:txBody>
      </p:sp>
      <p:pic>
        <p:nvPicPr>
          <p:cNvPr id="114" name="Google Shape;114;g3d68296a725_0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484825"/>
            <a:ext cx="11887201" cy="23391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68296a725_0_4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Chat resumes with additional details after admin approves/rejects</a:t>
            </a:r>
            <a:endParaRPr/>
          </a:p>
        </p:txBody>
      </p:sp>
      <p:pic>
        <p:nvPicPr>
          <p:cNvPr id="120" name="Google Shape;120;g3d68296a725_0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1825" y="1757675"/>
            <a:ext cx="10028344" cy="4862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d68296a725_0_4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Collected details shown on the sidebar during the process of collecting them</a:t>
            </a:r>
            <a:endParaRPr/>
          </a:p>
        </p:txBody>
      </p:sp>
      <p:sp>
        <p:nvSpPr>
          <p:cNvPr id="126" name="Google Shape;126;g3d68296a725_0_48"/>
          <p:cNvSpPr txBox="1"/>
          <p:nvPr/>
        </p:nvSpPr>
        <p:spPr>
          <a:xfrm>
            <a:off x="5503525" y="2474688"/>
            <a:ext cx="44058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Also statuses of connections are show. And there is possibility to start new conversation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7" name="Google Shape;127;g3d68296a725_0_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48500" y="1690825"/>
            <a:ext cx="2192565" cy="48623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d69d6e0da0_0_1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Triggering</a:t>
            </a:r>
            <a:r>
              <a:rPr lang="en-US"/>
              <a:t> MCP server</a:t>
            </a:r>
            <a:endParaRPr/>
          </a:p>
        </p:txBody>
      </p:sp>
      <p:sp>
        <p:nvSpPr>
          <p:cNvPr id="133" name="Google Shape;133;g3d69d6e0da0_0_12"/>
          <p:cNvSpPr txBox="1"/>
          <p:nvPr/>
        </p:nvSpPr>
        <p:spPr>
          <a:xfrm>
            <a:off x="2262900" y="1690825"/>
            <a:ext cx="76662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Agent 2, after confirmation, triggers MCP server via a tool call to write reservation details to a file. It is saved to directory in the project root data/reservations.</a:t>
            </a:r>
            <a:endParaRPr sz="2800">
              <a:solidFill>
                <a:schemeClr val="lt1"/>
              </a:solidFill>
            </a:endParaRPr>
          </a:p>
        </p:txBody>
      </p:sp>
      <p:pic>
        <p:nvPicPr>
          <p:cNvPr id="134" name="Google Shape;134;g3d69d6e0da0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26275" y="4002338"/>
            <a:ext cx="8413983" cy="17388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Guardrail mechanism</a:t>
            </a:r>
            <a:endParaRPr/>
          </a:p>
        </p:txBody>
      </p:sp>
      <p:pic>
        <p:nvPicPr>
          <p:cNvPr id="140" name="Google Shape;140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5100" y="1614963"/>
            <a:ext cx="10141812" cy="4862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Data model</a:t>
            </a:r>
            <a:endParaRPr/>
          </a:p>
        </p:txBody>
      </p:sp>
      <p:pic>
        <p:nvPicPr>
          <p:cNvPr id="146" name="Google Shape;14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57418" y="1644968"/>
            <a:ext cx="3677163" cy="48107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Evaluation</a:t>
            </a:r>
            <a:endParaRPr/>
          </a:p>
        </p:txBody>
      </p:sp>
      <p:pic>
        <p:nvPicPr>
          <p:cNvPr id="152" name="Google Shape;15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7313" y="1690699"/>
            <a:ext cx="7077376" cy="44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range Red">
      <a:dk1>
        <a:srgbClr val="000000"/>
      </a:dk1>
      <a:lt1>
        <a:srgbClr val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2026-04-02T13:19:44Z</dcterms:created>
  <dc:creator>Eduard Kovalchuk</dc:creator>
</cp:coreProperties>
</file>