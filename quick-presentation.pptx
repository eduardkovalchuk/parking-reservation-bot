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6858000" cx="12192000"/>
  <p:notesSz cx="6858000" cy="9144000"/>
  <p:embeddedFontLst>
    <p:embeddedFont>
      <p:font typeface="Play"/>
      <p:regular r:id="rId11"/>
      <p:bold r:id="rId1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3" roundtripDataSignature="AMtx7mhColqvEE0HIO6yo5SNfjXYxX8EI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Play-regular.fntdata"/><Relationship Id="rId10" Type="http://schemas.openxmlformats.org/officeDocument/2006/relationships/slide" Target="slides/slide6.xml"/><Relationship Id="rId13" Type="http://customschemas.google.com/relationships/presentationmetadata" Target="metadata"/><Relationship Id="rId12" Type="http://schemas.openxmlformats.org/officeDocument/2006/relationships/font" Target="fonts/Play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E9E9E9"/>
              </a:buClr>
              <a:buSzPts val="2400"/>
              <a:buNone/>
              <a:defRPr sz="2400">
                <a:solidFill>
                  <a:srgbClr val="E9E9E9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2000"/>
              <a:buNone/>
              <a:defRPr sz="2000">
                <a:solidFill>
                  <a:srgbClr val="E9E9E9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800"/>
              <a:buNone/>
              <a:defRPr sz="1800">
                <a:solidFill>
                  <a:srgbClr val="E9E9E9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E9E9E9"/>
              </a:buClr>
              <a:buSzPts val="1600"/>
              <a:buNone/>
              <a:defRPr sz="1600">
                <a:solidFill>
                  <a:srgbClr val="E9E9E9"/>
                </a:solidFill>
              </a:defRPr>
            </a:lvl9pPr>
          </a:lstStyle>
          <a:p/>
        </p:txBody>
      </p:sp>
      <p:sp>
        <p:nvSpPr>
          <p:cNvPr id="31" name="Google Shape;3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6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777070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E9E9E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Play"/>
              <a:buNone/>
            </a:pPr>
            <a:r>
              <a:rPr lang="en-US"/>
              <a:t>Parking reservation bot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Answering general questions</a:t>
            </a:r>
            <a:endParaRPr/>
          </a:p>
        </p:txBody>
      </p:sp>
      <p:pic>
        <p:nvPicPr>
          <p:cNvPr id="90" name="Google Shape;90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0638" y="1376888"/>
            <a:ext cx="10650721" cy="48625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Booking process and retrieving data from user</a:t>
            </a:r>
            <a:endParaRPr/>
          </a:p>
        </p:txBody>
      </p:sp>
      <p:pic>
        <p:nvPicPr>
          <p:cNvPr id="96" name="Google Shape;96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66838" y="1690688"/>
            <a:ext cx="9058319" cy="48625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Guardrail mechanism</a:t>
            </a:r>
            <a:endParaRPr/>
          </a:p>
        </p:txBody>
      </p:sp>
      <p:pic>
        <p:nvPicPr>
          <p:cNvPr id="102" name="Google Shape;102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3050" y="2350524"/>
            <a:ext cx="10925902" cy="30893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Data model</a:t>
            </a:r>
            <a:endParaRPr/>
          </a:p>
        </p:txBody>
      </p:sp>
      <p:pic>
        <p:nvPicPr>
          <p:cNvPr id="108" name="Google Shape;10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57418" y="1644968"/>
            <a:ext cx="3677163" cy="48107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Play"/>
              <a:buNone/>
            </a:pPr>
            <a:r>
              <a:rPr lang="en-US"/>
              <a:t>Evaluation</a:t>
            </a:r>
            <a:endParaRPr/>
          </a:p>
        </p:txBody>
      </p:sp>
      <p:pic>
        <p:nvPicPr>
          <p:cNvPr id="114" name="Google Shape;114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57313" y="1690699"/>
            <a:ext cx="7077376" cy="444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range Red">
      <a:dk1>
        <a:srgbClr val="000000"/>
      </a:dk1>
      <a:lt1>
        <a:srgbClr val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2026-04-02T13:19:44Z</dcterms:created>
  <dc:creator>Eduard Kovalchuk</dc:creator>
</cp:coreProperties>
</file>